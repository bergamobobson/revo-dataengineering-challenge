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045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Netherlands Mobility Data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&amp; Data Engineering Challenge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 ODiN Dataset | Star Schema | Production-Ready Pipeline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| 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execution &amp; SQL queries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0" y="1371600"/>
            <a:ext cx="731520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772400" y="1371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modules &amp; design patterns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468880"/>
            <a:ext cx="731520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772400" y="2468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Considerations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Scalability, quality, security &amp; beyond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566160"/>
            <a:ext cx="731520" cy="3200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772400" y="3566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6459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" cy="164592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 ODiN Survey (2018-2022)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 mobility patterns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52,800 fact records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 tables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6459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73152" cy="164592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star schema design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 pipeline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SQL queries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code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2651760" cy="13716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2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52,800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Rows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2926080"/>
            <a:ext cx="2651760" cy="13716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291840" y="3017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2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29184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926080"/>
            <a:ext cx="2651760" cy="13716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26480" y="3017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8B2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26480" y="3749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4572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Parsing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1005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60320" y="1005840"/>
            <a:ext cx="1828800" cy="4572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560320" y="1005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Enrich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0" y="1005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828800" cy="45720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663440" y="1005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Pandera Schemas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10058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66560" y="1005840"/>
            <a:ext cx="1828800" cy="45720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766560" y="1005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to DB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73152" cy="73152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MetadataParser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dimensions from CBS metadata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73152" cy="73152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64008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DimensionTransformer + FactTransformer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468880"/>
            <a:ext cx="73152" cy="73152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75488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DataValidator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Pandera schemas with FK checks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383280"/>
            <a:ext cx="73152" cy="73152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75488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UPSERT-based idempotent loading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 Schema 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926080" y="1371600"/>
            <a:ext cx="3291840" cy="256032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2926080" y="1417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fact_mobility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17520" y="17830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fact_id CHAR(32) PK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travel_motive_key FK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population_key FK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travel_mode_key FK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margin_key FK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region_key FK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period_key FK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trips_daily, distance_daily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time_daily, trips_yearly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distance_yearly, time_yearly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377440" cy="7315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dim_travel_motives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| title | description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0" y="914400"/>
            <a:ext cx="2377440" cy="7315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400800" y="914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dim_margins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| title | description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2377440" cy="7315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7432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dim_population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| title | description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0" y="2103120"/>
            <a:ext cx="2377440" cy="7315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dim_regions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| title | description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3291840"/>
            <a:ext cx="2377440" cy="7315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274320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dim_travel_modes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| title | description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0" y="3291840"/>
            <a:ext cx="2377440" cy="7315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400800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dim_periods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| title | description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hash of dimension keys used as fact_id for idempotent UPSERT 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004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odin_mob/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etl.py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parser.py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transformer.py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validator.py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loader.py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sql/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docker-compose.yml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Dockerfile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2004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objects passed to constructors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Interface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pipeline.extract().transform().load()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transformers and validators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config with @dataclass(frozen)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Decisions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for Idempotency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058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CONFLICT DO UPDATE ensures pipeline can run multiple times safely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574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Hash as Fact ID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0584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 from 6 dimension keys ensures unique, reproducible identifiers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1752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Pandera Validation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00584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Schema-based validation with FK checks before loading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7764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Environment-based Config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00584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runs locally and in production (Docker/ECS)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Execution &amp; SQL Queries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Considerations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simple tasks: building for production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6400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645920"/>
            <a:ext cx="2651760" cy="6400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29184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2651760" cy="6400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12648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Evolution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2651760" cy="6400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2468880"/>
            <a:ext cx="2651760" cy="6400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29184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2468880"/>
            <a:ext cx="2651760" cy="64008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12648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234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73152" cy="123444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Python pipeline with 52K rows (~5 MB)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dimension loading, one at a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RDS db.t3.micro with vertical scaling only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73152" cy="123444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→ General 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processing with frameworks like Spark, Dask, or Ray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partitioning and chunk-based processing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auto-scaling (add workers based on load)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73152" cy="137160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Databricks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Apache Spark with auto-scaling clusters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with optimized partitioning (Z-ordering, data skipping)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 engine for 2-8x SQL query acceleration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Evolution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234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73152" cy="123444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migrations with ALTER TABLE and Alembic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 requires custom logic (valid_from, valid_to)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downtime during schema changes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73152" cy="123444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→ General 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migrations with automatic rollback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Schema-on-read for flexibility vs schema-on-write for validation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travel to access previous data versions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73152" cy="137160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Databricks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schema evolution: mergeSchema, overwriteSchema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time travel (automatic data versioning)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for schema governance and lineage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Quality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234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73152" cy="123444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Pandera validation with typed Python schemas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constraints checked in code before loading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and UNIQUE enforced at database level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73152" cy="123444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→ General 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frameworks (Great Expectations, Deequ, Soda)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tables to isolate invalid records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data profiling and anomaly detection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73152" cy="137160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Databricks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Live Tables (DLT) with declarative expectations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quarantine of non-conforming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for data lineage and impact analysis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234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73152" cy="123444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with custom markers (unit, integration, e2e)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per module, Docker Compose for E2E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fixtures, local execution only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73152" cy="123444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→ General 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pyramid: many unit tests, fewer integration, minimal E2E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mocking and synthetic data generation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with automated tests on every commit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73152" cy="137160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Databricks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Asset Bundles (DABs) for CI/CD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Nutter framework for notebook testing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clusters identical to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234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73152" cy="123444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+ AWS Secrets Manager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+ Security Groups for network isolation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73152" cy="123444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→ General 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secrets management with automatic rotation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and column-level security for sensitive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and compliance tracking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73152" cy="137160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Databricks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with fine-grained ACLs (table, row, column)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secret scopes with Azure Key Vault / AWS Secrets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audit logs and data masking for PII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234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73152" cy="123444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metrics (rows processed, duration)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73152" cy="123444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→ General 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 (OpenTelemetry, Jaeger)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metrics with Prometheus/Grafana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to understand change impact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73152" cy="137160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Databricks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UI for detailed job analysis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Ganglia metrics + integrated query profiling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data lineage in Unity Catalog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Efficiency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23444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73152" cy="123444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optimization, limited cost visibility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73152" cy="123444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→ General 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 (pay-per-query or pay-per-use)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Auto-pause for inactive resources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Spot/Preemptible instances for batch workloads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73152" cy="137160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Databricks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SQL Warehouses with auto-stop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instances for clusters (up to 70% savings)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 by workspace/team/project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65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28600" cy="22860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testable ETL pipeline with clear separation of concerns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28600" cy="22860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UPSERT operations for safe re-runs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28600" cy="228600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validation with Pandera schemas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228600" cy="228600"/>
          </a:xfrm>
          <a:prstGeom prst="rect">
            <a:avLst/>
          </a:prstGeom>
          <a:solidFill>
            <a:srgbClr val="FF362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Production-ready: Docker, AWS ECS/RDS deployment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228600" cy="228600"/>
          </a:xfrm>
          <a:prstGeom prst="rect">
            <a:avLst/>
          </a:prstGeom>
          <a:solidFill>
            <a:srgbClr val="38B2A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2296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evolution: schema changes, scaling, monitoring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integrated platform to scale these patterns to enterprise workloads with Delta Lake, Unity Catalog, and distributed Spark.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1038</Words>
  <Application>Microsoft Macintosh PowerPoint</Application>
  <PresentationFormat>Presentazione su schermo (16:9)</PresentationFormat>
  <Paragraphs>237</Paragraphs>
  <Slides>18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Trebuchet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Netherlands Mobility Data - ETL Pipeline</dc:title>
  <dc:subject>PptxGenJS Presentation</dc:subject>
  <dc:creator>Frank</dc:creator>
  <cp:lastModifiedBy>Frank Massoda</cp:lastModifiedBy>
  <cp:revision>3</cp:revision>
  <dcterms:created xsi:type="dcterms:W3CDTF">2026-02-04T11:45:05Z</dcterms:created>
  <dcterms:modified xsi:type="dcterms:W3CDTF">2026-02-04T11:55:09Z</dcterms:modified>
</cp:coreProperties>
</file>